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is3kGe50vQczuKP4+xcB//ISx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google.com/search?q=Data+Protection+and+Privacy+Act+%28DPPA%29+2019&amp;oq=uganda+dppa&amp;gs_lcrp=EgZjaHJvbWUyBggAEEUYOTINCAEQABiGAxiABBiKBTINCAIQABiGAxiABBiKBTINCAMQABiGAxiABBiKBTIKCAQQABiABBiiBDIHCAUQABjvBTIHCAYQABjvBdIBCDI2NzRqMGo3qAIAsAIA&amp;sourceid=chrome&amp;ie=UTF-8&amp;mstk=AUtExfBxrmNE0sZDLrpEKq-QFCUTYgTFcu1-gvYSoXZlJXpdXPA1-e-7FzJneIwsSxSD52XBiiLofThVc6b55a0Lcc-tcuk2vPOt1nJk2O3NVn1m2ScN6irK0jiofvz6XnitTL34lyyLb7R5LA9sL6mLuu5IzaeFhAuqYVfX07ZefeC9vKzDQGaPVefLU3iK2yFS0CNRnFyeu1nBbjcA2dg0ZeBS86IgAkoPG3C-jX8fhUnBwdNFgfD-rHvCpPpc_SN--j3vuw4rdCQaVrqulDv7BzxQlomZPflaULrlwAWfSZ4qvg&amp;csui=3&amp;ved=2ahUKEwi--LfRmtSTAxW98bsIHV5DM78QgK4QegQIARAB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Agricultural Services Database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1031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Design, Implementation &amp; Security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57200" y="27889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B46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Group 14  |  BSCS 2:2 | </a:t>
            </a:r>
            <a:r>
              <a:rPr b="0" i="0" lang="en-US" sz="14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Uganda Christian University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337550"/>
            <a:ext cx="550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Cole Rodney Migisha  ·  Ringtho Marlyn Somers  ·  Muhanguzi Trevor  ·  Amanya Sisulu  </a:t>
            </a:r>
            <a:endParaRPr b="0" i="0" sz="1100" u="none" cap="none" strike="noStrike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Database Programming  | 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589520" y="2743200"/>
            <a:ext cx="1371600" cy="1371600"/>
          </a:xfrm>
          <a:prstGeom prst="ellipse">
            <a:avLst/>
          </a:prstGeom>
          <a:solidFill>
            <a:srgbClr val="1A5276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960120"/>
            <a:ext cx="5303520" cy="13716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13258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The Uganda Ministry of Agriculture needs to track coffee farmers, monitor production, distribute agricultural support, and coordinate extension workers across all regions of the country.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897865" y="960108"/>
            <a:ext cx="1371600" cy="6402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897865" y="996684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B46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897865" y="13258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406625" y="960108"/>
            <a:ext cx="1371600" cy="6402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406625" y="996684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B46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406625" y="13258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897865" y="1737347"/>
            <a:ext cx="1371600" cy="6402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897865" y="1773924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B46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897865" y="21031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Procedures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406625" y="1737347"/>
            <a:ext cx="1371600" cy="6402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406625" y="1773924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B46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406625" y="21031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Triggers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2514600"/>
            <a:ext cx="2651760" cy="2286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2514600"/>
            <a:ext cx="2651760" cy="4114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25603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488" y="2999232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EERD in draw.io with overlap specialisation, business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246120" y="2514600"/>
            <a:ext cx="2651760" cy="2286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46120" y="2514600"/>
            <a:ext cx="2651760" cy="4114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337560" y="25603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355848" y="2999232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MySQL tables, constraints, indexes, sample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26480" y="2514600"/>
            <a:ext cx="2651760" cy="2286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126480" y="2514600"/>
            <a:ext cx="2651760" cy="4114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17920" y="25603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36208" y="2999232"/>
            <a:ext cx="2423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Roles, views, stored procedures, triggers, backup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Design — EERD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960120"/>
            <a:ext cx="3840480" cy="2011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02920" y="10058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Overlap Specialisation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13716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PERSON</a:t>
            </a: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 is the supertype. A person may be a </a:t>
            </a:r>
            <a:r>
              <a:rPr b="1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FARMER</a:t>
            </a: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, an </a:t>
            </a:r>
            <a:r>
              <a:rPr b="1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EXTENSION_WORKER</a:t>
            </a: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, or both (</a:t>
            </a:r>
            <a:r>
              <a:rPr b="0" i="1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overlap</a:t>
            </a: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). Enforced via </a:t>
            </a:r>
            <a:r>
              <a:rPr b="0" i="1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isFarmer</a:t>
            </a: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isExtWorker</a:t>
            </a: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 boolean flags with a CHECK constraint.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389120" y="960120"/>
            <a:ext cx="4389120" cy="2011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26280" y="10058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Geography Hierarchy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26280" y="1417320"/>
            <a:ext cx="868680" cy="4114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26280" y="1444752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5394960" y="161848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5532120" y="1417320"/>
            <a:ext cx="868680" cy="4114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532120" y="1444752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6400800" y="161848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537960" y="1417320"/>
            <a:ext cx="868680" cy="4114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537960" y="1444752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SUBCOUNTY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7406640" y="161848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7543800" y="1417320"/>
            <a:ext cx="868680" cy="41148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543800" y="1444752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26280" y="192024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Every FARM links to exactly one REGION, DISTRICT, and SUBCOUNTY via NOT NULL foreign keys. REGION contains many DISTRICTs; each DISTRICT contains many SUBCOUNTYs.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3108960"/>
            <a:ext cx="8412480" cy="17373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8640" y="31729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B46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Key Business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352044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• Each FARM owned by exactly one FARMER, registered by exactly one EXTENSION_WORKER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800600" y="352044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• Every FARM grows exactly one COFFEE_TYPE </a:t>
            </a:r>
            <a:r>
              <a:rPr b="0" i="1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(assumption)</a:t>
            </a:r>
            <a:endParaRPr b="0" i="1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386791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• FARM_VISIT optionally records one PESTS_DISEASES occurrence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00600" y="386791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• SUPPORT_DISTRIBUTION links one FARM to one SUPPORT_TYPE with quantity and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— Tables &amp; Constraints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20047" y="876420"/>
            <a:ext cx="4114800" cy="18288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20047" y="876420"/>
            <a:ext cx="4114800" cy="36570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29776" y="92214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8" y="133362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PERSON (supertype)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8" y="167194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FARMER (subtype)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8" y="201027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EXTENSION_WORKER (subtype)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709168" y="876420"/>
            <a:ext cx="4114800" cy="18288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09168" y="876420"/>
            <a:ext cx="4114800" cy="36570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818896" y="92214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46327" y="133362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REGION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846327" y="167194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DISTRICT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46327" y="201027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SUBCOUNTY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0035" y="2758700"/>
            <a:ext cx="4114800" cy="18288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20035" y="2758700"/>
            <a:ext cx="4114800" cy="36570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29763" y="280442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Farm Operations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195" y="321590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FARM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195" y="35542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COFFEE_TYPE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195" y="389255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FARM_VISIT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709155" y="2758700"/>
            <a:ext cx="4114800" cy="18288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709155" y="2758700"/>
            <a:ext cx="4114800" cy="3657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818883" y="280442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 &amp; Requests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846315" y="321590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SUPPORT_TYPE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846315" y="35542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SUPPORT_DISTRIBUTION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846315" y="389255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VISIT_REQUEST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846315" y="4230884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• PESTS_DISEASES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25" y="4640975"/>
            <a:ext cx="8503800" cy="4116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12458" y="4686695"/>
            <a:ext cx="831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Constraints: NOT NULL · UNIQUE · CHECK (phone REGEXP, noOfTrees &gt; 0, quantity &gt; 0) · ENUM · FK CASCADE/RESTRICT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— Roles &amp; Views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5760" y="960120"/>
            <a:ext cx="2194560" cy="658368"/>
          </a:xfrm>
          <a:prstGeom prst="rect">
            <a:avLst/>
          </a:prstGeom>
          <a:solidFill>
            <a:srgbClr val="922B21"/>
          </a:solidFill>
          <a:ln cap="flat" cmpd="sng" w="12700">
            <a:solidFill>
              <a:srgbClr val="922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11480" y="112471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admin_user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697480" y="1097280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Full access — all tables, views, procedures, inventory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1709928"/>
            <a:ext cx="2194560" cy="658368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11480" y="18745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ext_worker_user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697480" y="1847088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Log visits, update farms, view farmer directory, view requests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65760" y="2459736"/>
            <a:ext cx="2194560" cy="658368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11480" y="26243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farmer_user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697480" y="2596896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View own farm data, distribution history, raise visit requests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3209544"/>
            <a:ext cx="8412480" cy="6583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760" y="3209544"/>
            <a:ext cx="2194560" cy="658368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11480" y="337413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report_user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697480" y="3346704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Read-only access to all views and production report stored procedure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B4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UDPPA (</a:t>
            </a:r>
            <a:r>
              <a:rPr b="0" i="1" lang="en-US" sz="12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Uganda's</a:t>
            </a:r>
            <a:r>
              <a:rPr b="0" i="1" lang="en-US" sz="1200" u="none" cap="none" strike="noStrike">
                <a:solidFill>
                  <a:srgbClr val="28B463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Data Protection and Privacy Act</a:t>
            </a:r>
            <a:r>
              <a:rPr b="1" i="0" lang="en-US" sz="1200" u="none" cap="none" strike="noStrike">
                <a:solidFill>
                  <a:srgbClr val="28B463"/>
                </a:solidFill>
                <a:latin typeface="Calibri"/>
                <a:ea typeface="Calibri"/>
                <a:cs typeface="Calibri"/>
                <a:sym typeface="Calibri"/>
              </a:rPr>
              <a:t>)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Farmer email addresses are masked in vw_farmer_directory (e.g. mug***@***). Only admin_user has direct UPDATE access to inventory tables.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— Triggers &amp; Procedures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65750" y="960125"/>
            <a:ext cx="4114800" cy="41184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02920" y="10058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Triggers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2850" y="1417324"/>
            <a:ext cx="38406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94360" y="1362397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trg_farmer_role_check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94360" y="1563565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Enforces overlap — isFarmer flag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02845" y="1892805"/>
            <a:ext cx="3840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94360" y="1947687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trg_ew_role_check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94360" y="2148855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Enforces overlap — isExtWorker flag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02845" y="2441445"/>
            <a:ext cx="3840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94360" y="2496327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trg_inventory_check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94360" y="2697495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Blocks distribution if stock insufficient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845" y="2990085"/>
            <a:ext cx="3840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94360" y="3044967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trg_no_double_dip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94360" y="3246135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Ensures farms only receive designated amount per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02845" y="3538725"/>
            <a:ext cx="3840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94360" y="3593607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trg_update_inventory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94360" y="3794775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Auto-deducts stock after distribution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02845" y="4087365"/>
            <a:ext cx="3840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94360" y="4142247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trg_update_region_production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4360" y="4343415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Recalculates region total on bag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800600" y="10058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Stored Procedures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800600" y="1463040"/>
            <a:ext cx="384048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892040" y="149047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sp_register_farmer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892040" y="167335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Registers new farmer (transaction) - cater for invalid 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800600" y="1938528"/>
            <a:ext cx="384048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892040" y="19659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sp_register_ext_worker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892040" y="21488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Registers new extension worker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800600" y="2414016"/>
            <a:ext cx="384048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892040" y="24414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sp_register_dual_role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892040" y="26243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Registers person in both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800600" y="2889504"/>
            <a:ext cx="384048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892040" y="291693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sp_log_farm_visit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892040" y="309981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Logs a farm visit 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800600" y="3364992"/>
            <a:ext cx="384048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892040" y="339242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sp_distribute_support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892040" y="357530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Distributes support with stock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800600" y="3840480"/>
            <a:ext cx="384048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892040" y="386791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sp_production_report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892040" y="40507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Returns region performance 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00600" y="4315968"/>
            <a:ext cx="384048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892040" y="43434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sp_farms_by_location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892040" y="452628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Filters farms by region/district/sub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02850" y="4636024"/>
            <a:ext cx="38406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94345" y="4636030"/>
            <a:ext cx="347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trg_verified_farm_only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94345" y="4837198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Blocks distribution to unverified farms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Reporting — Views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65760" y="960120"/>
            <a:ext cx="4114800" cy="868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65760" y="960120"/>
            <a:ext cx="109728" cy="8686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94360" y="101498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vw_production_by_region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94360" y="13075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Farm count, tree count, bags harvested, estimated yield per region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709160" y="960120"/>
            <a:ext cx="4114800" cy="868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709160" y="960120"/>
            <a:ext cx="109728" cy="86868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937760" y="101498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vw_region_performance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937760" y="13075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Classifies each region as OVER-PERFORMING, UNDER-PERFORMING, or ON-TARGET vs national 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65760" y="1965960"/>
            <a:ext cx="4114800" cy="868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65760" y="1965960"/>
            <a:ext cx="109728" cy="86868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94360" y="20208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vw_inventory_status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94360" y="23134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Current stock, total distributed, and original stock per support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709160" y="1965960"/>
            <a:ext cx="4114800" cy="868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709160" y="1965960"/>
            <a:ext cx="109728" cy="86868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937760" y="20208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vw_farmer_directory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937760" y="23134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Farmer profiles with masked email addresses — UDPPA compliant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65760" y="2971800"/>
            <a:ext cx="4114800" cy="868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65760" y="2971800"/>
            <a:ext cx="109728" cy="8686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94360" y="302666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vw_pending_requests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94360" y="331927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All PENDING visit requests with farmer contact details and region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709160" y="2971800"/>
            <a:ext cx="4114800" cy="8686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709160" y="2971800"/>
            <a:ext cx="109728" cy="86868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937760" y="302666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vw_distribution_history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937760" y="331927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Full distribution history linking farms, farmers, and support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5760" y="4041660"/>
            <a:ext cx="8412600" cy="8229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60" y="4041623"/>
            <a:ext cx="109800" cy="822900"/>
          </a:xfrm>
          <a:prstGeom prst="rect">
            <a:avLst/>
          </a:prstGeom>
          <a:solidFill>
            <a:srgbClr val="566573"/>
          </a:solidFill>
          <a:ln cap="flat" cmpd="sng" w="12700">
            <a:solidFill>
              <a:srgbClr val="566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94360" y="4078236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ourier New"/>
                <a:ea typeface="Courier New"/>
                <a:cs typeface="Courier New"/>
                <a:sym typeface="Courier New"/>
              </a:rPr>
              <a:t>vw_ext_worker_directory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94347" y="4325131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Extension workers with their assigned region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76250" y="934965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76250" y="1849365"/>
            <a:ext cx="8321100" cy="7131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76250" y="1849365"/>
            <a:ext cx="914400" cy="71310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76250" y="2055101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EERD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527810" y="1986525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13-entity logical model with overlap specialisation, geography hierarchy, and business rules — designed in draw.io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76250" y="2672325"/>
            <a:ext cx="8321100" cy="7131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76250" y="2672325"/>
            <a:ext cx="914400" cy="71310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76250" y="2914698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527810" y="2809485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MySQL implementation with 13 tables, full constraint suite, 8 indexes, and Ugandan sample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76250" y="3495285"/>
            <a:ext cx="8321100" cy="7131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76250" y="3495285"/>
            <a:ext cx="914400" cy="713100"/>
          </a:xfrm>
          <a:prstGeom prst="rect">
            <a:avLst/>
          </a:prstGeom>
          <a:solidFill>
            <a:srgbClr val="28B463"/>
          </a:solidFill>
          <a:ln cap="flat" cmpd="sng" w="12700">
            <a:solidFill>
              <a:srgbClr val="28B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76250" y="3737608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527810" y="3632445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4 user roles, 7 views (UDPPA-compliant), 7 stored procedures, 7 triggers, daily backup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2026-04-02T22:24:46Z</dcterms:created>
  <dc:creator>PptxGenJS</dc:creator>
</cp:coreProperties>
</file>